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a45440c9-4287-6f7b-953d-94c9a6f03c1e}">
          <p14:sldIdLst>
            <p14:sldId id="256"/>
            <p14:sldId id="257"/>
            <p14:sldId id="258"/>
          </p14:sldIdLst>
        </p14:section>
        <p14:section name="Our MLP" id="{a30b9349-52fb-f842-befd-a221b2013c3c}">
          <p14:sldIdLst>
            <p14:sldId id="259"/>
            <p14:sldId id="260"/>
          </p14:sldIdLst>
        </p14:section>
        <p14:section name="Pretrained ResNet" id="{b3ab7417-6ab0-0b05-90f5-c5eb4af26608}">
          <p14:sldIdLst>
            <p14:sldId id="261"/>
            <p14:sldId id="262"/>
          </p14:sldIdLst>
        </p14:section>
        <p14:section name="The answer" id="{0036de71-22bb-39c9-b1ee-e8be649e8741}">
          <p14:sldIdLst>
            <p14:sldId id="263"/>
            <p14:sldId id="264"/>
            <p14:sldId id="265"/>
            <p14:sldId id="266"/>
          </p14:sldIdLst>
        </p14:section>
        <p14:section name="Backup" id="{6c491d10-e6a0-1dee-847e-bf870c53c821}">
          <p14:sldIdLst>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kiosks in its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a final test against a classical model. Step six: the cost on a kiosk.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all this on 1.2 million ImageNet photos. We only have 1 061 paintings, so we keep it as it is: it is frozen. It turns each painting into 512 numbers. We remove its last layer, made for ImageNet, and add our own: from these 512 numbers to our 5 styles, 2 565 weights, the only ones we train.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the last block of ResNet18, so that it also learns from our paintings, 8.4 million weights instead of 2 565. It was less convincing than keeping it frozen: 85.4 percent instead of 88.1. With only 1 061 paintings, it starts to learn them by heart. We monitored it like the MLP: the gap between train and validation is only 0.09, against 0.61 for our first MLP.</a:t>
            </a:r>
          </a:p>
          <a:p>
            <a:pPr>
              <a:spcBef>
                <a:spcPts val="900"/>
              </a:spcBef>
            </a:pPr>
            <a:r>
              <a:rPr lang="en-US" b="1" dirty="0"/>
              <a:t>TRANSITION: We saw that ResNet18 reaches 88 percent. But to answer the director, we also need a challenger without any neural network. So now, step five: we build this classical challenger, then we test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here, but it was second on validation, and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ess convincing"/>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ess convincing"/>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less convincing</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below the frozen version.</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The random forest alone: 67.3 %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2026-10-21T12:32:12Z</dcterms:created>
  <dcterms:modified xsi:type="dcterms:W3CDTF">2026-10-21T12:32:12Z</dcterms:modified>
</cp:coreProperties>
</file>